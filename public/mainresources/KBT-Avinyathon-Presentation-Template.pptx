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9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embeddedFontLst>
    <p:embeddedFont>
      <p:font typeface="Garamond" panose="02020404030301010803" pitchFamily="18" charset="0"/>
      <p:regular r:id="rId20"/>
      <p:bold r:id="rId21"/>
      <p:italic r:id="rId22"/>
      <p:boldItalic r:id="rId23"/>
    </p:embeddedFont>
    <p:embeddedFont>
      <p:font typeface="Oswald" panose="020F0502020204030204" pitchFamily="2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vTfdiXOfHCkLEbjLZWKv+dNqQ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font" Target="fonts/font6.fntdata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Master" Target="slideMasters/slideMaster10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wini Deshmukh" userId="8393dd12fb77638a" providerId="LiveId" clId="{894B0C8D-17BB-4048-82A2-B199CF2A85BB}"/>
    <pc:docChg chg="modSld">
      <pc:chgData name="Tejaswini Deshmukh" userId="8393dd12fb77638a" providerId="LiveId" clId="{894B0C8D-17BB-4048-82A2-B199CF2A85BB}" dt="2026-03-07T18:21:22.689" v="10" actId="20577"/>
      <pc:docMkLst>
        <pc:docMk/>
      </pc:docMkLst>
      <pc:sldChg chg="modSp mod">
        <pc:chgData name="Tejaswini Deshmukh" userId="8393dd12fb77638a" providerId="LiveId" clId="{894B0C8D-17BB-4048-82A2-B199CF2A85BB}" dt="2026-03-07T18:21:22.689" v="10" actId="20577"/>
        <pc:sldMkLst>
          <pc:docMk/>
          <pc:sldMk cId="0" sldId="262"/>
        </pc:sldMkLst>
        <pc:spChg chg="mod">
          <ac:chgData name="Tejaswini Deshmukh" userId="8393dd12fb77638a" providerId="LiveId" clId="{894B0C8D-17BB-4048-82A2-B199CF2A85BB}" dt="2026-03-07T18:21:22.689" v="10" actId="20577"/>
          <ac:spMkLst>
            <pc:docMk/>
            <pc:sldMk cId="0" sldId="262"/>
            <ac:spMk id="1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body" idx="1"/>
          </p:nvPr>
        </p:nvSpPr>
        <p:spPr>
          <a:xfrm>
            <a:off x="609480" y="1095480"/>
            <a:ext cx="5354280" cy="50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body" idx="2"/>
          </p:nvPr>
        </p:nvSpPr>
        <p:spPr>
          <a:xfrm>
            <a:off x="6231960" y="1095480"/>
            <a:ext cx="5354280" cy="50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1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1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>
            <a:off x="609480" y="1095480"/>
            <a:ext cx="5353920" cy="50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2"/>
          </p:nvPr>
        </p:nvSpPr>
        <p:spPr>
          <a:xfrm>
            <a:off x="6231960" y="1095480"/>
            <a:ext cx="5353920" cy="50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2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2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sz="1200" b="0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sz="1200" b="0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>
            <a:spLocks noGrp="1"/>
          </p:cNvSpPr>
          <p:nvPr>
            <p:ph type="subTitle" idx="1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 txBox="1"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Garamond"/>
              <a:buNone/>
            </a:pPr>
            <a:r>
              <a:rPr lang="en-US" sz="4000" b="1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KBT AVINYATHON  2026</a:t>
            </a:r>
            <a:endParaRPr sz="4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331200" y="2076480"/>
            <a:ext cx="5923800" cy="402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84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840" marR="0" lvl="0" indent="-28584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Title-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840" marR="0" lvl="0" indent="-28584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Theme-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840" marR="0" lvl="0" indent="-28584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ID-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840" marR="0" lvl="0" indent="-28584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(Registered on portal)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4254" y="0"/>
            <a:ext cx="1428571" cy="16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9225" y="72700"/>
            <a:ext cx="1880075" cy="14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4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>
            <a:spLocks noGrp="1"/>
          </p:cNvSpPr>
          <p:nvPr>
            <p:ph type="title"/>
          </p:nvPr>
        </p:nvSpPr>
        <p:spPr>
          <a:xfrm>
            <a:off x="182880" y="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br>
              <a:rPr lang="en-US" sz="2800"/>
            </a:br>
            <a:r>
              <a:rPr lang="en-US" sz="2800" b="1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0" y="2064960"/>
            <a:ext cx="12191400" cy="24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3200"/>
              <a:buFont typeface="Noto Sans Symbols"/>
              <a:buChar char="❖"/>
            </a:pPr>
            <a:r>
              <a:rPr lang="en-US" sz="3200" b="1" u="sng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b="0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2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2829" y="39996"/>
            <a:ext cx="1428571" cy="156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9228" y="72707"/>
            <a:ext cx="2069159" cy="1530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4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>
            <a:spLocks noGrp="1"/>
          </p:cNvSpPr>
          <p:nvPr>
            <p:ph type="title"/>
          </p:nvPr>
        </p:nvSpPr>
        <p:spPr>
          <a:xfrm>
            <a:off x="-1072080" y="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09480" y="2533680"/>
            <a:ext cx="9384480" cy="17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3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2829" y="0"/>
            <a:ext cx="1428571" cy="16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37560" y="137160"/>
            <a:ext cx="2069159" cy="140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4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>
            <a:spLocks noGrp="1"/>
          </p:cNvSpPr>
          <p:nvPr>
            <p:ph type="title"/>
          </p:nvPr>
        </p:nvSpPr>
        <p:spPr>
          <a:xfrm>
            <a:off x="720000" y="-62280"/>
            <a:ext cx="882000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09480" y="2533680"/>
            <a:ext cx="9384480" cy="13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4254" y="0"/>
            <a:ext cx="1428571" cy="16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37560" y="112451"/>
            <a:ext cx="2069159" cy="140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4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09480" y="2533680"/>
            <a:ext cx="9384480" cy="13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4254" y="0"/>
            <a:ext cx="1428571" cy="16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38454" y="135516"/>
            <a:ext cx="2069159" cy="140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4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>
            <a:spLocks noGrp="1"/>
          </p:cNvSpPr>
          <p:nvPr>
            <p:ph type="title"/>
          </p:nvPr>
        </p:nvSpPr>
        <p:spPr>
          <a:xfrm>
            <a:off x="-540000" y="-18000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09480" y="2795400"/>
            <a:ext cx="938448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4254" y="0"/>
            <a:ext cx="1428571" cy="16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37560" y="137160"/>
            <a:ext cx="2069159" cy="140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4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0" y="1791000"/>
            <a:ext cx="12191400" cy="43185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7920" y="1915560"/>
            <a:ext cx="11764080" cy="4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514440" marR="0" lvl="0" indent="-514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</a:t>
            </a:r>
            <a:r>
              <a:rPr lang="en-US" sz="1800" b="1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1800" b="1">
                <a:solidFill>
                  <a:schemeClr val="dk1"/>
                </a:solidFill>
              </a:rPr>
              <a:t>ten</a:t>
            </a:r>
            <a:r>
              <a:rPr lang="en-US" sz="1800" b="1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strike="noStrik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(10). </a:t>
            </a:r>
            <a:r>
              <a:rPr lang="en-US" sz="1800" b="1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440" marR="0" lvl="0" indent="-51444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440" marR="0" lvl="0" indent="-51444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440" marR="0" lvl="0" indent="-51444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440" marR="0" lvl="0" indent="-51444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template for making the PPT without changing the idea details pointers (mentioned in previous slides).</a:t>
            </a: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440" marR="0" lvl="0" indent="-51444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440" marR="0" lvl="0" indent="-34992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440" marR="0" lvl="0" indent="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800" b="1" strike="noStrik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6079" algn="just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080000" y="261720"/>
            <a:ext cx="6840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02280" y="1181880"/>
            <a:ext cx="955692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4254" y="0"/>
            <a:ext cx="1428571" cy="16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8166" y="85216"/>
            <a:ext cx="2266087" cy="146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7</vt:i4>
      </vt:variant>
    </vt:vector>
  </HeadingPairs>
  <TitlesOfParts>
    <vt:vector size="24" baseType="lpstr">
      <vt:lpstr>Noto Sans Symbols</vt:lpstr>
      <vt:lpstr>Garamond</vt:lpstr>
      <vt:lpstr>Oswald</vt:lpstr>
      <vt:lpstr>Arial</vt:lpstr>
      <vt:lpstr>Calibri</vt:lpstr>
      <vt:lpstr>Times New Roman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KBT AVINYATHON 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Tejaswini Deshmukh</cp:lastModifiedBy>
  <cp:revision>1</cp:revision>
  <dcterms:created xsi:type="dcterms:W3CDTF">2013-12-12T18:46:50Z</dcterms:created>
  <dcterms:modified xsi:type="dcterms:W3CDTF">2026-03-07T18:21:26Z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