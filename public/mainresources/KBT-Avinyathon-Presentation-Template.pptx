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9.xml"/>
  <Override ContentType="application/vnd.openxmlformats-officedocument.presentationml.slideMaster+xml" PartName="/ppt/slideMasters/slideMaster11.xml"/>
  <Override ContentType="application/vnd.openxmlformats-officedocument.presentationml.slideMaster+xml" PartName="/ppt/slideMasters/slideMaster10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11.xml"/>
  <Override ContentType="application/vnd.openxmlformats-officedocument.theme+xml" PartName="/ppt/theme/theme5.xml"/>
  <Override ContentType="application/vnd.openxmlformats-officedocument.theme+xml" PartName="/ppt/theme/theme8.xml"/>
  <Override ContentType="application/vnd.openxmlformats-officedocument.theme+xml" PartName="/ppt/theme/theme10.xml"/>
  <Override ContentType="application/vnd.openxmlformats-officedocument.theme+xml" PartName="/ppt/theme/theme12.xml"/>
  <Override ContentType="application/vnd.openxmlformats-officedocument.theme+xml" PartName="/ppt/theme/theme9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50" r:id="rId4"/>
    <p:sldMasterId id="2147483652" r:id="rId5"/>
    <p:sldMasterId id="2147483654" r:id="rId6"/>
    <p:sldMasterId id="2147483656" r:id="rId7"/>
    <p:sldMasterId id="2147483658" r:id="rId8"/>
    <p:sldMasterId id="2147483660" r:id="rId9"/>
    <p:sldMasterId id="2147483662" r:id="rId10"/>
    <p:sldMasterId id="2147483664" r:id="rId11"/>
    <p:sldMasterId id="2147483666" r:id="rId12"/>
    <p:sldMasterId id="2147483668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</p:sldIdLst>
  <p:sldSz cy="6858000" cx="12192000"/>
  <p:notesSz cx="6858000" cy="9144000"/>
  <p:embeddedFontLst>
    <p:embeddedFont>
      <p:font typeface="Garamond"/>
      <p:regular r:id="rId22"/>
      <p:bold r:id="rId23"/>
      <p:italic r:id="rId24"/>
      <p:boldItalic r:id="rId25"/>
    </p:embeddedFont>
    <p:embeddedFont>
      <p:font typeface="Oswa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ivTfdiXOfHCkLEbjLZWKv+dNqQ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6.xml"/><Relationship Id="rId22" Type="http://schemas.openxmlformats.org/officeDocument/2006/relationships/font" Target="fonts/Garamond-regular.fntdata"/><Relationship Id="rId21" Type="http://schemas.openxmlformats.org/officeDocument/2006/relationships/slide" Target="slides/slide7.xml"/><Relationship Id="rId24" Type="http://schemas.openxmlformats.org/officeDocument/2006/relationships/font" Target="fonts/Garamond-italic.fntdata"/><Relationship Id="rId23" Type="http://schemas.openxmlformats.org/officeDocument/2006/relationships/font" Target="fonts/Garamond-bold.fntdata"/><Relationship Id="rId1" Type="http://schemas.openxmlformats.org/officeDocument/2006/relationships/theme" Target="theme/theme10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Master" Target="slideMasters/slideMaster7.xml"/><Relationship Id="rId26" Type="http://schemas.openxmlformats.org/officeDocument/2006/relationships/font" Target="fonts/Oswald-regular.fntdata"/><Relationship Id="rId25" Type="http://schemas.openxmlformats.org/officeDocument/2006/relationships/font" Target="fonts/Garamond-boldItalic.fntdata"/><Relationship Id="rId28" Type="http://customschemas.google.com/relationships/presentationmetadata" Target="metadata"/><Relationship Id="rId27" Type="http://schemas.openxmlformats.org/officeDocument/2006/relationships/font" Target="fonts/Oswald-bold.fntdata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Relationship Id="rId11" Type="http://schemas.openxmlformats.org/officeDocument/2006/relationships/slideMaster" Target="slideMasters/slideMaster9.xml"/><Relationship Id="rId10" Type="http://schemas.openxmlformats.org/officeDocument/2006/relationships/slideMaster" Target="slideMasters/slideMaster8.xml"/><Relationship Id="rId13" Type="http://schemas.openxmlformats.org/officeDocument/2006/relationships/slideMaster" Target="slideMasters/slideMaster11.xml"/><Relationship Id="rId12" Type="http://schemas.openxmlformats.org/officeDocument/2006/relationships/slideMaster" Target="slideMasters/slideMaster10.xml"/><Relationship Id="rId15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7" Type="http://schemas.openxmlformats.org/officeDocument/2006/relationships/slide" Target="slides/slide3.xml"/><Relationship Id="rId16" Type="http://schemas.openxmlformats.org/officeDocument/2006/relationships/slide" Target="slides/slide2.xml"/><Relationship Id="rId19" Type="http://schemas.openxmlformats.org/officeDocument/2006/relationships/slide" Target="slides/slide5.xml"/><Relationship Id="rId1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:notes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:notes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2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p3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4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/>
          <p:nvPr>
            <p:ph idx="2" type="sldImg"/>
          </p:nvPr>
        </p:nvSpPr>
        <p:spPr>
          <a:xfrm>
            <a:off x="381000" y="685800"/>
            <a:ext cx="6094413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16000" lvl="0" marL="21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7:notes"/>
          <p:cNvSpPr txBox="1"/>
          <p:nvPr>
            <p:ph idx="12" type="sldNum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lang="en-US" sz="1200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609480" y="1095480"/>
            <a:ext cx="1097208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9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9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609480" y="1095480"/>
            <a:ext cx="1097208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1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p11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" name="Google Shape;40;p13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15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7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7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17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9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9"/>
          <p:cNvSpPr txBox="1"/>
          <p:nvPr>
            <p:ph idx="1" type="body"/>
          </p:nvPr>
        </p:nvSpPr>
        <p:spPr>
          <a:xfrm>
            <a:off x="609480" y="1095480"/>
            <a:ext cx="535428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2" type="body"/>
          </p:nvPr>
        </p:nvSpPr>
        <p:spPr>
          <a:xfrm>
            <a:off x="6231960" y="1095480"/>
            <a:ext cx="535428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9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9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0" name="Google Shape;70;p19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blank">
  <p:cSld name="BLANK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21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8" name="Google Shape;88;p23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6" name="Google Shape;96;p25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7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7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4" name="Google Shape;104;p27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blank">
  <p:cSld name="BLANK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9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9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29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0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3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11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1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/Relationships>
</file>

<file path=ppt/slideMasters/_rels/slideMaster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9.xml"/></Relationships>
</file>

<file path=ppt/slideMasters/_rels/slideMaster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12.xml"/></Relationships>
</file>

<file path=ppt/slideMasters/_rels/slideMaster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6.xml"/></Relationships>
</file>

<file path=ppt/slideMasters/_rels/slideMaster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8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8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" name="Google Shape;13;p8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609480" y="1095480"/>
            <a:ext cx="1097208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10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" name="Google Shape;25;p10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12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" name="Google Shape;36;p12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14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" name="Google Shape;44;p14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" name="Google Shape;51;p16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" name="Google Shape;52;p16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8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59" name="Google Shape;59;p18"/>
          <p:cNvSpPr txBox="1"/>
          <p:nvPr>
            <p:ph idx="1" type="body"/>
          </p:nvPr>
        </p:nvSpPr>
        <p:spPr>
          <a:xfrm>
            <a:off x="609480" y="1095480"/>
            <a:ext cx="535392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18"/>
          <p:cNvSpPr txBox="1"/>
          <p:nvPr>
            <p:ph idx="2" type="body"/>
          </p:nvPr>
        </p:nvSpPr>
        <p:spPr>
          <a:xfrm>
            <a:off x="6231960" y="1095480"/>
            <a:ext cx="5353920" cy="502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18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8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8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0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20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4" name="Google Shape;74;p20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1" name="Google Shape;81;p22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2" name="Google Shape;82;p22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" name="Google Shape;83;p22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24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6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9" name="Google Shape;99;p26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26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8"/>
          <p:cNvSpPr txBox="1"/>
          <p:nvPr>
            <p:ph idx="11" type="ftr"/>
          </p:nvPr>
        </p:nvSpPr>
        <p:spPr>
          <a:xfrm>
            <a:off x="4165560" y="6356520"/>
            <a:ext cx="385992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Oswald"/>
              <a:buNone/>
              <a:defRPr b="0" sz="1200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7" name="Google Shape;107;p28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98989"/>
              </a:buClr>
              <a:buSzPts val="1200"/>
              <a:buFont typeface="Oswald"/>
              <a:buNone/>
              <a:defRPr b="0" sz="1200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28"/>
          <p:cNvSpPr txBox="1"/>
          <p:nvPr>
            <p:ph idx="10" type="dt"/>
          </p:nvPr>
        </p:nvSpPr>
        <p:spPr>
          <a:xfrm>
            <a:off x="60948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sz="1400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"/>
          <p:cNvSpPr txBox="1"/>
          <p:nvPr>
            <p:ph idx="1" type="subTitle"/>
          </p:nvPr>
        </p:nvSpPr>
        <p:spPr>
          <a:xfrm>
            <a:off x="1245600" y="648720"/>
            <a:ext cx="8533800" cy="17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r>
              <a:t/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None/>
            </a:pPr>
            <a:r>
              <a:rPr b="1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"/>
          <p:cNvSpPr txBox="1"/>
          <p:nvPr>
            <p:ph type="title"/>
          </p:nvPr>
        </p:nvSpPr>
        <p:spPr>
          <a:xfrm>
            <a:off x="331200" y="-526680"/>
            <a:ext cx="10362600" cy="207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Garamond"/>
              <a:buNone/>
            </a:pPr>
            <a:r>
              <a:rPr b="1" lang="en-US" sz="4000" strike="noStrike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KBT AVINYATHON  2026</a:t>
            </a:r>
            <a:endParaRPr b="0" sz="4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"/>
          <p:cNvSpPr/>
          <p:nvPr/>
        </p:nvSpPr>
        <p:spPr>
          <a:xfrm>
            <a:off x="331200" y="2076480"/>
            <a:ext cx="5923800" cy="402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 ID –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 Title-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Theme-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ID-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840" lvl="0" marL="28584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Name (Registered on portal)</a:t>
            </a:r>
            <a:endParaRPr b="0" i="0" sz="2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Google Shape;12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74254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9225" y="72700"/>
            <a:ext cx="1880075" cy="140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 txBox="1"/>
          <p:nvPr>
            <p:ph type="title"/>
          </p:nvPr>
        </p:nvSpPr>
        <p:spPr>
          <a:xfrm>
            <a:off x="182880" y="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br>
              <a:rPr lang="en-US" sz="2800"/>
            </a:br>
            <a:r>
              <a:rPr b="1" lang="en-US" sz="28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0" y="2064960"/>
            <a:ext cx="12191400" cy="2468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34308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97D"/>
              </a:buClr>
              <a:buSzPts val="3200"/>
              <a:buFont typeface="Noto Sans Symbols"/>
              <a:buChar char="❖"/>
            </a:pPr>
            <a:r>
              <a:rPr b="1" lang="en-US" sz="3200" u="sng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 (Describe your Idea/Solution/Prototype)</a:t>
            </a:r>
            <a:endParaRPr b="0" sz="3200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62829" y="39996"/>
            <a:ext cx="1428571" cy="1563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69228" y="72707"/>
            <a:ext cx="2069159" cy="15309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>
            <p:ph type="title"/>
          </p:nvPr>
        </p:nvSpPr>
        <p:spPr>
          <a:xfrm>
            <a:off x="-1072080" y="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imes New Roman"/>
              <a:buNone/>
            </a:pPr>
            <a:r>
              <a:rPr b="1" lang="en-US" sz="36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 b="0" sz="36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609480" y="2533680"/>
            <a:ext cx="9384480" cy="17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Technologies to be used (e.g. programming languages, frameworks, hardware)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Methodology and process for implementation (Flow Charts/Images/ working prototype)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chemeClr val="lt1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62829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7560" y="137160"/>
            <a:ext cx="2069159" cy="140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4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>
            <p:ph type="title"/>
          </p:nvPr>
        </p:nvSpPr>
        <p:spPr>
          <a:xfrm>
            <a:off x="720000" y="-62280"/>
            <a:ext cx="882000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lang="en-US" sz="28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609480" y="2533680"/>
            <a:ext cx="9384480" cy="1370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Strategies for overcoming these challenges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74254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7560" y="112451"/>
            <a:ext cx="2069159" cy="140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 txBox="1"/>
          <p:nvPr>
            <p:ph type="title"/>
          </p:nvPr>
        </p:nvSpPr>
        <p:spPr>
          <a:xfrm>
            <a:off x="609480" y="-4752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lang="en-US" sz="28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609480" y="2533680"/>
            <a:ext cx="9384480" cy="1370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" name="Google Shape;1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74254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8454" y="135516"/>
            <a:ext cx="2069159" cy="140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>
            <p:ph type="title"/>
          </p:nvPr>
        </p:nvSpPr>
        <p:spPr>
          <a:xfrm>
            <a:off x="-540000" y="-180000"/>
            <a:ext cx="10972080" cy="1142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lang="en-US" sz="28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609480" y="2795400"/>
            <a:ext cx="9384480" cy="5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-343080" lvl="0" marL="34308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lang="en-US" sz="28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6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329760" y="252360"/>
            <a:ext cx="1251000" cy="806760"/>
          </a:xfrm>
          <a:prstGeom prst="ellipse">
            <a:avLst/>
          </a:prstGeom>
          <a:solidFill>
            <a:srgbClr val="FFFFFF"/>
          </a:solidFill>
          <a:ln cap="flat" cmpd="sng" w="25400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74254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37560" y="137160"/>
            <a:ext cx="2069159" cy="140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7"/>
          <p:cNvSpPr/>
          <p:nvPr/>
        </p:nvSpPr>
        <p:spPr>
          <a:xfrm>
            <a:off x="0" y="6354720"/>
            <a:ext cx="12191400" cy="50256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40">
              <a:srgbClr val="80808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9537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 txBox="1"/>
          <p:nvPr>
            <p:ph idx="12" type="sldNum"/>
          </p:nvPr>
        </p:nvSpPr>
        <p:spPr>
          <a:xfrm>
            <a:off x="8737560" y="6356520"/>
            <a:ext cx="2844000" cy="36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lang="en-US" sz="1200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0" sz="1200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0" y="1791000"/>
            <a:ext cx="12191400" cy="431856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DAE5F1"/>
          </a:solidFill>
          <a:ln cap="flat" cmpd="sng" w="38100">
            <a:solidFill>
              <a:srgbClr val="4A7EBB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367920" y="1915560"/>
            <a:ext cx="11764080" cy="4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-514440" lvl="0" marL="51444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limit up to six </a:t>
            </a:r>
            <a:r>
              <a:rPr b="1" lang="en-US" sz="1800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(6). </a:t>
            </a: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Including the title slide) 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44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44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44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44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can only use provided template for making the PPT without changing the idea details pointers (mentioned in previous slides).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44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AutoNum type="arabicPeriod"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need to save the file in PDF and upload the same on portal. No PPT, Word Doc or any other format will be supported.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92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t/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514440" marR="0" rtl="0" algn="just">
              <a:lnSpc>
                <a:spcPct val="90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rPr b="1" lang="en-US" sz="1800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 on SIH portal.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6079" lvl="0" marL="914400" marR="0" rtl="0" algn="just">
              <a:lnSpc>
                <a:spcPct val="90000"/>
              </a:lnSpc>
              <a:spcBef>
                <a:spcPts val="499"/>
              </a:spcBef>
              <a:spcAft>
                <a:spcPts val="0"/>
              </a:spcAft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1080000" y="261720"/>
            <a:ext cx="6840000" cy="5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INSTRUCTIONS</a:t>
            </a:r>
            <a:endParaRPr b="0" sz="2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02280" y="1181880"/>
            <a:ext cx="9556920" cy="3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Please ensure below pointers are met while submitting the Idea PPT:</a:t>
            </a:r>
            <a:endParaRPr b="0" sz="18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74254" y="0"/>
            <a:ext cx="1428571" cy="1628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08166" y="85216"/>
            <a:ext cx="2266087" cy="1460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